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English Speaking Learning App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英文口說學習系統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English Learning Platform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AI Application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動機與問題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傳統英語學習的痛點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昂貴的一對一家教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缺乏互動性的傳統教材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無法根據個人程度調整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影視教材缺乏系統性規劃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利用 AI 作為個人化的英語老師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YouTube 影片中學習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自動生成學習計劃和詞彙表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口說練習功能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應用程式架構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2286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影片攝取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yt-dlp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42976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200400" y="4297680"/>
            <a:ext cx="228600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處理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4663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+ LLM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0" y="42976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943600" y="4297680"/>
            <a:ext cx="22860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4389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4663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學習計劃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展示環節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提交 YouTube 網址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選擇任何影片進行學習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處理流程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 → 語音轉文字 → 分段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檢視生成內容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2148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學習計劃、語法、詞彙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436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互動式學習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影片播放器、純聽力模式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30632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2900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口說練習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錄製發音、AI 回饋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63640" y="30632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6364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AI 導師聊天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63640" y="3977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以繁體中文取得說明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技術堆疊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3.5 + TypeScript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+ pnpm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05840"/>
            <a:ext cx="73152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508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 3.12)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2.0 (Async)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05840"/>
            <a:ext cx="73152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508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SQLite3 (WAL mode)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learning.db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73152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AI/ML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llama-cpp-python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Qwen3.5-2B-Q4_K_M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faster-whisper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2926080"/>
            <a:ext cx="73152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影片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3429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 + yt-dlp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WebM/MP4 (720p)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292608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2926080"/>
            <a:ext cx="73152" cy="1737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基礎設施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9360" y="3429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(套件管理器)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GPUtil (NVIDIA GPU)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前端（Vue 3.5）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  |  影片播放器  |  口說練習  |  與 AI 導師聊天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31920" y="2011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後端（FastAPI）- 非同步 I/O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影片服務  |  LLM 服務  |  逐字稿服務  |  學習服務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learning.db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65760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llama-cpp-python + GPUtil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Qwen3.5-2B-Q4_K_M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關鍵設計決策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074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無需認證  •  無背景佇列  •  單一固定 LLM 模型  •  僅支援 YouTube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處理流程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yt-dlp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下載影片與字幕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1168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94560" y="109728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語音轉文字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faster-whisper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931920" y="109728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2336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2336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Snap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2336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混合動態分段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669280" y="109728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6072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音訊擷取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MP3 128kbps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0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406640" y="1097280"/>
            <a:ext cx="15544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5528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49808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學習計劃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9808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2606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生成詞彙語法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008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檢查點恢復機制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→ downloading → downloading_complete → transcribing → transcribing_complete → chunking → chunking_complete → audio_extracted → studying → ready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重點程式碼 - LLM 服務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LLMService: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_ensure_model(self) -&gt; None: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self._initialized: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env_gpu_layers = os.getenv("LLM_GPU_LAYERS", 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config = get_llama_config(..., model_size="2B")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llama_cpp import Llama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self._model = Llama(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model_path=str(self.model_path),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n_ctx=n_ctx,           # 8192 tokens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n_threads=n_threads,   # CPU threads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n_gpu_layers=config["n_gpu_layers"],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verbose=False,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self._initialized = True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問題與解決方案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CUDA 支援與 Python 版本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llama-cpp-python 搭配 CUDA 需要 Python 3.10~3.12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783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使用 Python 3.12 + 執行期偵測和降級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瀏覽器音訊錄製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瀏覽器需要 HTTPS 才能存取麥克風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3108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自簽 SSL 憑證或使用 ngrok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繁體中文支援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4114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可能生成簡體中文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4434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系統提示中明確指定繁體中文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未來改進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61872"/>
            <a:ext cx="2743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188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模型升級（更大的 LLM 以獲得更好的學習計劃）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93392"/>
            <a:ext cx="2743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920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支援中文/英文以外的多語言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24912"/>
            <a:ext cx="2743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651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使用進階 ASR 改善發音回饋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456432"/>
            <a:ext cx="2743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383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 Compose 簡化部署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187952"/>
            <a:ext cx="27432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多用戶支援與認證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問答時間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感謝聆聽！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3108960"/>
            <a:ext cx="18288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github.com/Yeh-Jack/speak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Demo: unshaven-travesty-luckless.ngrok-free.dev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英文口說學習系統 - 專案簡報</dc:title>
  <dc:subject>PptxGenJS Presentation</dc:subject>
  <dc:creator>English Learning App</dc:creator>
  <cp:lastModifiedBy>English Learning App</cp:lastModifiedBy>
  <cp:revision>1</cp:revision>
  <dcterms:created xsi:type="dcterms:W3CDTF">2026-06-11T16:38:48Z</dcterms:created>
  <dcterms:modified xsi:type="dcterms:W3CDTF">2026-06-11T16:38:48Z</dcterms:modified>
</cp:coreProperties>
</file>